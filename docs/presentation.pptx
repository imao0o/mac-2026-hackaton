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Суммарный ход уставок, °C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Ход уставок, °C</c:v>
                </c:pt>
              </c:strCache>
            </c:strRef>
          </c:tx>
          <c:dPt>
            <c:idx val="0"/>
            <c:spPr>
              <a:solidFill>
                <a:srgbClr val="6B7280"/>
              </a:solidFill>
            </c:spPr>
          </c:dPt>
          <c:dPt>
            <c:idx val="1"/>
            <c:spPr>
              <a:solidFill>
                <a:srgbClr val="6B7280"/>
              </a:solidFill>
            </c:spPr>
          </c:dPt>
          <c:dPt>
            <c:idx val="2"/>
            <c:spPr>
              <a:solidFill>
                <a:srgbClr val="6B7280"/>
              </a:solidFill>
            </c:spPr>
          </c:dPt>
          <c:dPt>
            <c:idx val="3"/>
            <c:spPr>
              <a:solidFill>
                <a:srgbClr val="D9822B"/>
              </a:solidFill>
            </c:spPr>
          </c:dPt>
          <c:cat>
            <c:strRef>
              <c:f>Sheet1!$A$2:$A$5</c:f>
              <c:strCache>
                <c:ptCount val="4"/>
                <c:pt idx="0">
                  <c:v>одноагентная</c:v>
                </c:pt>
                <c:pt idx="1">
                  <c:v>без оптимизатора</c:v>
                </c:pt>
                <c:pt idx="2">
                  <c:v>без надёжности</c:v>
                </c:pt>
                <c:pt idx="3">
                  <c:v>полная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846.0</c:v>
                </c:pt>
                <c:pt idx="1">
                  <c:v>20.0</c:v>
                </c:pt>
                <c:pt idx="2">
                  <c:v>95.2</c:v>
                </c:pt>
                <c:pt idx="3">
                  <c:v>80.2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фраза: система подсказывает оператору гидроочистки, как удержать серу и Т95 в спецификации, и честно молчит, когда данным нельзя верить.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действия — оценить, сравнить, посоветовать или отказаться. Подчеркнуть: вариант, нарушающий жёсткое ограничение, отсекается ДО ранжирования и не может быть «оплачен» выпуском.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Агенты обмениваются типизированными структурами (schemas.py), каждый цикл целиком пишется в журнал. Оркестратор проходит проверки в порядке важности: стоит ли установка, можно ли верить данным, есть ли допустимые варианты, нужен ли шаг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Разбиение только по времени. Неисправные периоды НЕ вырезаны: система в них отказывается, называя причину, и все метрики посчитаны вместе с ними. Полный список с датами — docs/DATA_PERIODS.md.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Каждое число — из отчёта в reports/, README сверяется с ними тестом. Тест — 2026-01-01 … 2026-08-07.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мысль: от показания прибора модель зависит почти один к одному, от температуры реактора — почти никак, потому что контуры регулирования гасят отклик в истории. Поэтому приращение от уставок считает кинетика, и карточка это говорит. Прогноз на 2 часа не работает — сказать самим.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Единственное место, где система говорит не про текущий момент, а про месяцы вперёд, и единственная её оценка, проверенная бэктестом на цикле с известным исходом. Замена катализатора 23.04.2026 — из журнала.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Имитация замкнутого контура: что будет, если оператор послушается. Шаги с превышением считаются по одной и той же имитации с нами и без нас.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Читать парами: пропуски — ложные тревоги — суммарный ход уставок. Конфигурация, которая «ловит всё», обычно просто дёргает уставки постоянно. Одноагентная — только прогноз и порог.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строка карточки и её источник — docs/CARD.md. Строки «Достоверность», «Разбор причины» и «Возврат в норму» появляются, только когда им есть что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Отказ по данным — там, где прибор врёт: оперативное значение ошибается в разы сильнее, а доля превышений в отказах не ниже обычной — отказы не прячут превышения.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приёмки пишется в docs/PLAN.md до того, как посчитан результат, и исполняется как есть. Отклонённое записывается с числами так же подробно, как принятое. Вердикты на слайде читаются из отчётов проверок.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Говорить до того, как спросят. У каждого пункта — чем измерено.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 — входная точка: таблица «за пять минут» ведёт к каждому числу и документу. Всё работает без интернета.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МАС «Нефтекод»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egoe UI"/>
              </a:rPr>
              <a:t>Мультиагентный советчик оператора гидроочистки дизельного топлива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3F4F6"/>
                </a:solidFill>
                <a:latin typeface="Segoe UI"/>
              </a:rPr>
              <a:t>АВТ → гидроочистка 24-2000 → смешение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3F4F6"/>
                </a:solidFill>
                <a:latin typeface="Segoe UI"/>
              </a:rPr>
              <a:t>Качество и технологические ограничения — выше экономики. Отказ с причиной — тоже решение.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F3F4F6"/>
                </a:solidFill>
                <a:latin typeface="Segoe UI"/>
              </a:rPr>
              <a:t>Отборочный этап · числа из отчётов на 22.09.2026 · работает локально, без интернета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Что делает система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5258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3149498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Segoe UI"/>
              </a:rPr>
              <a:t>1. Оценивает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149498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Segoe UI"/>
              </a:rPr>
              <a:t>риск выхода продукта за спецификацию по сере и Т95 — с интервалом и уверенностью, по возрасту каждого анализа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63040"/>
            <a:ext cx="3515258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1600200"/>
            <a:ext cx="3149498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Segoe UI"/>
              </a:rPr>
              <a:t>2. Сравнивает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194560"/>
            <a:ext cx="3149498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Segoe UI"/>
              </a:rPr>
              <a:t>допустимые изменения режима: жёсткие ограничения — до ранжирования, затем фронт Парето по качеству, выпуску, энергии, тяжести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63040"/>
            <a:ext cx="3515258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0676" y="1600200"/>
            <a:ext cx="3149498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Segoe UI"/>
              </a:rPr>
              <a:t>3. Советует или молчит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0676" y="2194560"/>
            <a:ext cx="3149498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Segoe UI"/>
              </a:rPr>
              <a:t>карточка оператору: причина → действие → эффект → ограничения → уверенность → что дальше; или отказ с названной причиной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1109441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Работает в закрытом контуре: без интернета и внешних сервисов, на CPU; слой локальной LLM необязателен и выключен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Каждая включённая настройка включена правилом, записанным до счёта; отклонённые записаны с числами так же подробно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Числа документов сверяются с отчётами тестами: переписанная фраза или пересчитанный отчёт роняют проверку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Как устроено: агенты и обмен между ними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Срез состояния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телеметрия, ЛИМС, ПАК/Q21; возраст анализов, брак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60020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Агент качества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сера и Т95: прогноз, интервал, риск, уверенность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425196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Агент надёжности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тяжесть режима, останов, износ катализатора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92608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Оптимизатор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варианты → отсев по ограничениям → Парето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4892040"/>
            <a:ext cx="2148840" cy="77724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Смешение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рецептура, доли = 100 %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92608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Оркестратор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порядок проверок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24028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Карточка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или отказ с причиной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6576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Журнал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reports/runs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697480" y="205740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697480" y="338328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05740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303520" y="338328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338328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35140" y="3840480"/>
            <a:ext cx="0" cy="105156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909560" y="3840480"/>
            <a:ext cx="1234440" cy="14401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03520" y="1783080"/>
            <a:ext cx="3840480" cy="1143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921240" y="2697480"/>
            <a:ext cx="228600" cy="6858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21240" y="3383280"/>
            <a:ext cx="228600" cy="73152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13258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Контракты агентов — типизированные структуры: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Consolas"/>
              </a:rPr>
              <a:t>src/nefte/agents/schemas.py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Данные: как разбиты и где они неисправны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1206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286000"/>
                <a:gridCol w="16459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Выборка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Период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Для чего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обучение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2023-01-01 … 2025-06-30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модели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валидация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2025-07-01 … 2025-12-31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пороги и правила приёмки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тест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2026-01-01 … 2026-08-07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только отчёт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371600"/>
          <a:ext cx="56692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97280"/>
                <a:gridCol w="7772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Неисправность, часов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обучение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валидация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тест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лаборатория молчит больше 72 ч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911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668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останов установки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747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458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полка Q21 (оперативный анализатор)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183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563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полка ПАК из файла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1351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57600"/>
            <a:ext cx="11094415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Лабораторный анализ публикуется с задержкой ~4 ч: до публикации система его не видит, у каждого анализа — возраст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Поточные анализаторы уходят на «полку»: файловый ПАК стоит ровно на 18.45, Q21 — около 24.88 с дрожанием ±0.04; детектор залипания с допуском найден 21.09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54 % «зависаний» поточного анализатора приходятся на остановы — останов распознаётся отдельно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Данные организаторов не изменены; периоды с датами и причинами — docs/DATA_PERIODS.md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Главные числа на тесте — 2026 год, в подборе не участвовал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1.29 мг/кг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MAE прогноза серы — не хуже поточного анализатора (1.48, разница на границе значимости); ROC-AUC риска 0.82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5378" y="148132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80 % / 53 %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224028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реакция системы до публикации анализа: пробы с превышением против нормальных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37160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148132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в 11 раз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24028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меньше двигает уставки, чем одноагентная система: 80.2 °C против 846 за полгода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5020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4 из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0916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шагов с превышением убирают 3 вмешательства за месяц в замкнутой имитации; вклад в Т95 −0.08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395020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0.85 °C/мес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70916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теряет активность катализатор (95 % ДИ 0.71–0.98); ресурс цикла 13–20 мес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7796" y="384048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4956" y="395020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в 3.1–3.5 раза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4956" y="470916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больше ошибка прогноза, когда карточка пишет уверенность ниже 0.7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Агент качества — виртуальный анализатор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MAE 1.29 мг/кг против 1.48 у поточного анализатора — лучше или не хуже: парная разница −0.19, 90 % интервал −0.38…0.00; ROC-AUC риска 0.82; 80-процентный интервал накрывает 82 % анализов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В окне от 2 ч до отбора до публикации анализа система реагирует на 80 % проб с превышением против 53 % нормальных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Отклик серы на уставки из истории не выучить — его гасят регуляторы. Приращение считает кинетика: порядок 1.5, 0.46 мг/кг на градус — внутри 0.3–1.0, названных технологом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Т95 — уровень из последнего анализа; ограничение «не ухудшать», а не гарантия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Прогноз на 2 часа вперёд у бустинга не работает (ROC-AUC 0.37) — и мы это пишем, а не прячем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1371600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8295" y="14813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1.29 мг/кг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295" y="224028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MAE на тесте; у поточного анализатора 1.48 — лучше или не хуже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11135" y="3749039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8295" y="3858767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0.46 мг/кг/°C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295" y="4617719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отклик по кинетике порядка 1.5 — середина практики технолога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docs/QUALITY_AGENT.md · reports/quality_metrics_h0.json · docs/SULFUR_RESPONSE.md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Агент надёжности: тяжесть, останов, катализатор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Катализатор теряет 0.85 °C/мес активности (95 % ДИ 0.71–0.98) — по двум завершённым циклам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Ресурс текущего цикла — 13–20 месяцев; метод проверен бэктестом на цикле с известным исходом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Тяжесть режима — по прокси (температура, давление, перепад), с износом катализатора по возрасту от замены; ограничивает уставки: при высокой тяжести повышать температуру нельзя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Останов распознаётся отдельно: 54 % «зависаний» анализатора — это остановы, а не поломки прибора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Полка Q21 на 24.88 мг/кг — неисправность прибора: детектор с допуском, правило приёмки записано до счёта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1371600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8295" y="14813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0.85 °C/мес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295" y="224028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скорость дезактивации катализатора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11135" y="3749039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8295" y="3858767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13–20 мес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295" y="4617719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остаточный ресурс цикла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docs/CATALYST_LIFE.md · docs/RELIABILITY_AGENT.md · reports/catalyst_life.json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Оптимизатор: сначала ограничения, потом выбор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Жёсткие ограничения — до ранжирования: сера с запасом на неопределённость, Т95 не хуже, уставки в рабочем диапазоне, шаг за цикл ограничен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Запас по сере обязан держаться и при втрое более слабом отклике — робастная гарантия, включена по правилу до счёта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Фронт Парето по качеству, выпуску, энергии и тяжести; запрет частых воздействий: скорость изменения режима ≤ 0.5 °C/ч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Ни одного допустимого варианта — отказ с перечнем причин, а не «лучший из плохих»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Замкнутая имитация июня 2026: 3 вмешательства за месяц убирают 4 из 4 шагов с превышением, вклад в Т95 −0.08 °C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1371600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8295" y="14813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2E7D4F"/>
                </a:solidFill>
                <a:latin typeface="Segoe UI"/>
              </a:rPr>
              <a:t>4 из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295" y="224028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шагов с превышением убраны в имитации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11135" y="3749039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8295" y="3858767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−0.08 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295" y="4617719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наш вклад в Т95 — второй обязательный показатель не ухудшен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docs/OPTIMIZER_AGENT.md · docs/HARD_CHECKS.md §6 · reports/simulation.json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Зачем четыре агента: урезанные системы на том же тесте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822960"/>
                <a:gridCol w="960120"/>
                <a:gridCol w="8686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Вмешательств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Отказов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Пропуски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Ложные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Ход, °C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полная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104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0.68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80.2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без надёжности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95.2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без оптимизатора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20.0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одноагентная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846.0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06640" y="1280160"/>
          <a:ext cx="42062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57600"/>
            <a:ext cx="667512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Одноагентная двигает уставки в 11 раз больше и пропускает не меньше (0.74 против 0.68)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Без оптимизатора система почти не действует: пропусков 0.95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Без агента надёжности ход уставок 95.2 °C против 80.2; пропуски и ложные тревоги те же — агент экономит оборудование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docs/HARD_CHECKS.md §7 · reports/architectures.json · scripts/compare_architectures.py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Карточка оператора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94415" cy="4018787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728655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[2026-03-05 00:00] Риск нарушения спецификации по сере: 54% (прогноз 10.16 мг/кг при пределе 10.0)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Действие: T5: +0.12 → 379.82, T11: +0.13 → 373.62, F26: -6.63 → 225.68, P13: +0.01 → 3.92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Эффект: сера 9.53 мг/кг (-0.63 к бездействию), Т95 346.1 °C (+0.05), выпуск -2.85 %,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энергия -0.13 %, тяжесть режима 0.67, выпуск смеси 237.2 т/ч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Проверено: сера ≤ 10.0 мг/кг (жёсткое, прогноз); Т95 ≤ 360.0 °C (жёсткое); уставки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внутри модельного диапазона (допущение, p05–p95 истории); шаг за цикл ограничен;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смесь — ДТ летнее товарное: ЦЧ ≥ 51.0, плотность 820–845; доли дают 100.0 %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Уверенность: 0.56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Почему: Из 73 допустимых вариантов (16 на фронте Парето) выбран mix_098 … запас по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неопределённости не гарантирован … нужен контрольный лабораторный анализ.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Агент надёжности ограничил T11, T5, T6 … приращение от уставок посчитано по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кинетике (порядок 1.5): это внутри 0.3–1 мг/кг на градус, названных технологами.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Что дальше: следующий анализ примерно через 16.5 ч, ждём 7.4–12.9 мг/кг — так попадали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8 раз из 10; до него будет сделано около 3910 т продукта; эффект правки проявится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за ~4.6 ч; ВНИМАНИЕ: режим уже идёт вверх на 2.93 °C за последние 4.6 ч —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не складывайте воздействия.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Смешение (допустима, сумма долей 100.0 %): ГО ДТ 100.0 %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python scripts/run_cycle.py --ts "2026-03-05 00:00" · docs/CARD.md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Отказ — это решение, и он стоит там, где надо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011680"/>
                <a:gridCol w="2377440"/>
                <a:gridCol w="286207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Исход на тесте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Доля моментов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Превышений за 24 ч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Ошибка оперативного значения, мг/кг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решение (действие или держим)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86.4 %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17.5 %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1.79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отказ: установка стоит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9.2 %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15.70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отказ: данные недостоверны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4.0 %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24.2 %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15.56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отказ: нет допустимых вариантов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0.4 %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20.0 %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13.19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49039"/>
            <a:ext cx="1109441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В отказах по недостоверным данным прибор расходится с лабораторией в 8.7 раза сильнее, чем в моментах с решением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Превышений в них 24.2 % против 17.5 % — больше допуска нашего правила (5 п.п.): после вета тяжести в решения перешли спокойные моменты конца цикла, база сравнения сместилась. Говорим это сами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«Нет допустимых вариантов» — 0.4 % моментов теста (было 14.6 %): высокая тяжесть режима вычёркивает теперь только варианты, которые греют или утяжеляют режим — по правилу до счёта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docs/CARD.md → отказы · reports/refusal_quality.json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Решения по правилам, записанным до счёта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364327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E7D4F"/>
                </a:solidFill>
                <a:latin typeface="Segoe UI"/>
              </a:rPr>
              <a:t>Включено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364327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Оперативный анализатор — Q21 вместо файлового ПАК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Отклик серы на уставки — кинетика порядка 1.5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Запас по сере держится и при слабом отклике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Детектор «полки» Q21 с допуском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Износ катализатора в тяжести — возраст от замены по журналу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«Режим уже идёт — не складывайте воздействия»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Разбор причины прогноза по группам каналов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Тонны продукта до следующего анализа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Самоконтроль по приходящим анализам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Расхождение двух анализаторов — строкой в карточке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Высокая тяжесть вычёркивает только то, что греет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Т95 по верхней границе доверия в ограничении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280160"/>
            <a:ext cx="5364327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B03A2E"/>
                </a:solidFill>
                <a:latin typeface="Segoe UI"/>
              </a:rPr>
              <a:t>Проверено и отклонено (11)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783080"/>
            <a:ext cx="5364327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Отказ при расхождении анализаторов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Предупреждение по режиму АВТ за 2 часа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Раннее предупреждение нейросетью за 2 часа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Ранжирование по цене ошибки вместо весов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Рост перепада Р-202 в тяжести режима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Возврат к базовому режиму после вмешательства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План из нескольких шагов в карточке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Q21 как отдельный источник риска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Т95 комбинацией оценок вместо прошлого анализа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Т95 по формуле ВАК или модели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Границы уставок с поправкой на старение катализатора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docs/PLAN.md — журнал решений · правило каждой проверки — в докстринге её скрипта в scripts/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Ограничения — сказанные вслух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За сутки вперёд система не предупреждает: она реагирует на уже идущее превышение; прогноз на 2 часа у бустинга — ROC-AUC 0.37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Отклик серы на режим взят из практики технолога (0.3–1.0 мг/кг на градус) и кинетики, а не измерен на истории — там его гасят регуляторы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Рабочие диапазоны уставок — квантили истории: паспортных ограничений в пакете нет, эксперт назвал их конфиденциальными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Т95 — ограничение «не ухудшать», а не гарантия: MAE оценок около 5 °C при запасе до предела 3–5 °C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Управляющие воздействия — только гидроочистки; связь АВТ с гидроочисткой измерена и оказалась слабой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Смешение — модель на явных допущениях: данных по компонентам не выдано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Как проверить за 15 минут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4475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python scripts/prepare_data.py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44475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распаковка и кэш, один раз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python scripts/run_cycle.py --ts "2026-03-05 00:00"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8483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одна карточка целиком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2491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streamlit run app/dashboard.py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72491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дашборд: сцены защиты, путь решения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184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6499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python scripts/run_scenario.py --list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36499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сценарии с возмущениями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00507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тесты, включая сверку документов с отчётами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4515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bash scripts/reproduce_all.sh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4515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все отчёты заново, с продолжением с места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Куда смотреть: README → «За пять минут» · docs/CARD.md · docs/HARD_CHECKS.md · docs/DATA_PERIODS.md · docs/PLAN.md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